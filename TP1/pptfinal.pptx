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embeddedFontLst>
    <p:embeddedFont>
      <p:font typeface="Barlow SemiBold"/>
      <p:regular r:id="rId201314"/>
    </p:embeddedFont>
    <p:embeddedFont>
      <p:font typeface="Barlow"/>
      <p:regular r:id="rId201315"/>
    </p:embeddedFont>
    <p:embeddedFont>
      <p:font typeface="Barlow Bold"/>
      <p:regular r:id="rId201316"/>
    </p:embeddedFont>
    <p:embeddedFont>
      <p:font typeface="Roboto Mono Medium"/>
      <p:regular r:id="rId201317"/>
    </p:embeddedFont>
    <p:embeddedFont>
      <p:font typeface="Roboto Mono Bold"/>
      <p:regular r:id="rId2013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387" y="1879600"/>
            <a:ext cx="7111822" cy="3574256"/>
          </a:xfrm>
          <a:prstGeom prst="roundRect">
            <a:avLst>
              <a:gd name="adj" fmla="val 1066"/>
            </a:avLst>
          </a:prstGeom>
          <a:solidFill>
            <a:srgbClr val="E8EDF0"/>
          </a:solidFill>
          <a:ln/>
        </p:spPr>
      </p:sp>
      <p:sp>
        <p:nvSpPr>
          <p:cNvPr id="3" name="Text 1"/>
          <p:cNvSpPr/>
          <p:nvPr/>
        </p:nvSpPr>
        <p:spPr>
          <a:xfrm>
            <a:off x="888978" y="2191830"/>
            <a:ext cx="7010225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REDES · VISIBILIDADE · DNS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88978" y="2534740"/>
            <a:ext cx="6400640" cy="1206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Fluxos órfãos:</a:t>
            </a:r>
            <a:endParaRPr lang="en-US" sz="44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 ponto cego do DNS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88978" y="4022130"/>
            <a:ext cx="6400640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6" name="Text 4"/>
          <p:cNvSpPr/>
          <p:nvPr/>
        </p:nvSpPr>
        <p:spPr>
          <a:xfrm>
            <a:off x="888978" y="4367633"/>
            <a:ext cx="6400640" cy="804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Como encontrar tráfego que comunica diretamente por IP.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111822" cy="6858000"/>
          </a:xfrm>
          <a:prstGeom prst="rect">
            <a:avLst/>
          </a:prstGeom>
          <a:solidFill>
            <a:srgbClr val="3F5A6C"/>
          </a:solidFill>
          <a:ln/>
        </p:spPr>
      </p:sp>
      <p:sp>
        <p:nvSpPr>
          <p:cNvPr id="3" name="Text 1"/>
          <p:cNvSpPr/>
          <p:nvPr/>
        </p:nvSpPr>
        <p:spPr>
          <a:xfrm>
            <a:off x="533387" y="439230"/>
            <a:ext cx="6578435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O PROBLEMA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33387" y="782140"/>
            <a:ext cx="6095848" cy="1206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FFFFF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Quando o DNS deixa de explicar o tráfego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33387" y="2269530"/>
            <a:ext cx="6095848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6" name="Text 4"/>
          <p:cNvSpPr/>
          <p:nvPr/>
        </p:nvSpPr>
        <p:spPr>
          <a:xfrm>
            <a:off x="533387" y="2612747"/>
            <a:ext cx="6095848" cy="67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Monitorizar a rede a partir de nomes pode perder comunicações diretas por IP.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3387" y="6271109"/>
            <a:ext cx="4482591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spc="84" kern="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ZONA CEGA PARA OPERADORES DE REDE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594410" y="431800"/>
            <a:ext cx="4114697" cy="2710656"/>
          </a:xfrm>
          <a:prstGeom prst="rect">
            <a:avLst/>
          </a:prstGeom>
          <a:solidFill>
            <a:srgbClr val="EEECE4"/>
          </a:solidFill>
          <a:ln/>
        </p:spPr>
      </p:sp>
      <p:sp>
        <p:nvSpPr>
          <p:cNvPr id="9" name="Shape 7"/>
          <p:cNvSpPr/>
          <p:nvPr/>
        </p:nvSpPr>
        <p:spPr>
          <a:xfrm>
            <a:off x="8051599" y="889000"/>
            <a:ext cx="431789" cy="4318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6998" y="914400"/>
            <a:ext cx="380990" cy="381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51599" y="1500768"/>
            <a:ext cx="3200320" cy="3296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spc="-11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DNS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051599" y="2026261"/>
            <a:ext cx="3657509" cy="268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Explica o destino pelo nome.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594410" y="3447256"/>
            <a:ext cx="4114697" cy="2978944"/>
          </a:xfrm>
          <a:prstGeom prst="rect">
            <a:avLst/>
          </a:prstGeom>
          <a:solidFill>
            <a:srgbClr val="EEECE4"/>
          </a:solidFill>
          <a:ln/>
        </p:spPr>
      </p:sp>
      <p:sp>
        <p:nvSpPr>
          <p:cNvPr id="14" name="Shape 11"/>
          <p:cNvSpPr/>
          <p:nvPr/>
        </p:nvSpPr>
        <p:spPr>
          <a:xfrm>
            <a:off x="8051599" y="3904456"/>
            <a:ext cx="431789" cy="4318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998" y="3929856"/>
            <a:ext cx="380990" cy="381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51599" y="4516224"/>
            <a:ext cx="3200320" cy="3296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spc="-11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IP direto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8051599" y="5041717"/>
            <a:ext cx="3200320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Comunica sem registo DNS associado.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388430"/>
            <a:ext cx="116583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DEFINIÇÃO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33387" y="731340"/>
            <a:ext cx="11124922" cy="603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 que é um fluxo órfão?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33387" y="1615281"/>
            <a:ext cx="11124922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5" name="Shape 3"/>
          <p:cNvSpPr/>
          <p:nvPr/>
        </p:nvSpPr>
        <p:spPr>
          <a:xfrm>
            <a:off x="533387" y="1937544"/>
            <a:ext cx="5410065" cy="4641056"/>
          </a:xfrm>
          <a:prstGeom prst="roundRect">
            <a:avLst>
              <a:gd name="adj" fmla="val 246"/>
            </a:avLst>
          </a:prstGeom>
          <a:solidFill>
            <a:srgbClr val="EEECE4"/>
          </a:solidFill>
          <a:ln/>
        </p:spPr>
      </p:sp>
      <p:sp>
        <p:nvSpPr>
          <p:cNvPr id="6" name="Shape 4"/>
          <p:cNvSpPr/>
          <p:nvPr/>
        </p:nvSpPr>
        <p:spPr>
          <a:xfrm>
            <a:off x="761981" y="216614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7928" y="2274094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6166" y="2170716"/>
            <a:ext cx="4368691" cy="389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Um IP sem nome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46166" y="2760881"/>
            <a:ext cx="4368691" cy="670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É um fluxo de saída para um IP sem registo DNS associado.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8244" y="1937544"/>
            <a:ext cx="5410065" cy="4641056"/>
          </a:xfrm>
          <a:prstGeom prst="roundRect">
            <a:avLst>
              <a:gd name="adj" fmla="val 246"/>
            </a:avLst>
          </a:prstGeom>
          <a:solidFill>
            <a:srgbClr val="EEECE4"/>
          </a:solidFill>
          <a:ln/>
        </p:spPr>
      </p:sp>
      <p:sp>
        <p:nvSpPr>
          <p:cNvPr id="11" name="Shape 9"/>
          <p:cNvSpPr/>
          <p:nvPr/>
        </p:nvSpPr>
        <p:spPr>
          <a:xfrm>
            <a:off x="6476838" y="216614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2785" y="2274094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61023" y="2170716"/>
            <a:ext cx="4368691" cy="389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Vários significados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061023" y="2760881"/>
            <a:ext cx="4368691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Pode representar VPN, BitTorrent, NTP, atualizações, videoconferência ou malware.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89" y="393675"/>
            <a:ext cx="4419489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55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MÉTODO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189" y="585828"/>
            <a:ext cx="4063898" cy="7907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29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Como os autores encontraram estes fluxos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189" y="1486793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5987" y="1594743"/>
            <a:ext cx="83827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41374" y="1491230"/>
            <a:ext cx="3479713" cy="255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spc="-9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Filtrar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41374" y="1826787"/>
            <a:ext cx="3479713" cy="181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Tráfego esperado e ruído.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189" y="2703413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5987" y="2811363"/>
            <a:ext cx="83827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41374" y="2707851"/>
            <a:ext cx="3479713" cy="255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spc="-9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Agrupar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41374" y="3043407"/>
            <a:ext cx="3479713" cy="363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Fluxos unidirecionais em comunicações bidirecionais.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189" y="416768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5987" y="4275634"/>
            <a:ext cx="83827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41374" y="4172121"/>
            <a:ext cx="3479713" cy="255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spc="-9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Inferir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41374" y="4507677"/>
            <a:ext cx="3479713" cy="181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direção cliente-servidor.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189" y="544145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5987" y="5549404"/>
            <a:ext cx="83827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41374" y="5445891"/>
            <a:ext cx="3479713" cy="255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spc="-9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Cruzar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41374" y="5781448"/>
            <a:ext cx="3479713" cy="181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NetFlow com DNS passivo e ativo.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81470" y="424433"/>
            <a:ext cx="701022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55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DIAGRAMA SIMPLIFICADO</a:t>
            </a:r>
            <a:endParaRPr lang="en-US" sz="9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470" y="649585"/>
            <a:ext cx="499256" cy="142875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847112" y="815975"/>
            <a:ext cx="5887394" cy="21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spc="-1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Internet</a:t>
            </a:r>
            <a:endParaRPr lang="en-US" sz="14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099" y="1814513"/>
            <a:ext cx="499256" cy="142875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096740" y="1980902"/>
            <a:ext cx="5637766" cy="21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spc="-1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DNS</a:t>
            </a:r>
            <a:endParaRPr lang="en-US" sz="14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0727" y="2979440"/>
            <a:ext cx="499256" cy="142875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46369" y="3145830"/>
            <a:ext cx="5388138" cy="21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spc="-1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Rede interna</a:t>
            </a:r>
            <a:endParaRPr lang="en-US" sz="14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0355" y="4144367"/>
            <a:ext cx="499256" cy="142875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595997" y="4310757"/>
            <a:ext cx="5138510" cy="21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spc="-1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NetFlow</a:t>
            </a:r>
            <a:endParaRPr lang="en-US" sz="14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0727" y="5309295"/>
            <a:ext cx="499256" cy="142875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346369" y="5475684"/>
            <a:ext cx="5388138" cy="21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450" b="1" spc="-1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Fluxos órfãos identificados</a:t>
            </a:r>
            <a:endParaRPr lang="en-US" sz="1450" dirty="0"/>
          </a:p>
        </p:txBody>
      </p:sp>
      <p:sp>
        <p:nvSpPr>
          <p:cNvPr id="31" name="Text 24"/>
          <p:cNvSpPr/>
          <p:nvPr/>
        </p:nvSpPr>
        <p:spPr>
          <a:xfrm>
            <a:off x="5181470" y="6362608"/>
            <a:ext cx="7010225" cy="145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spc="18" kern="100" dirty="0">
                <a:solidFill>
                  <a:srgbClr val="4F565D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Do tráfego observado à identificação dos fluxos que o DNS não explica.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363030"/>
            <a:ext cx="116583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ESCALA E INCERTEZA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33387" y="705940"/>
            <a:ext cx="11124922" cy="603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Medir redes reais é mais difícil do que parece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33387" y="1589881"/>
            <a:ext cx="11124922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5" name="Shape 3"/>
          <p:cNvSpPr/>
          <p:nvPr/>
        </p:nvSpPr>
        <p:spPr>
          <a:xfrm>
            <a:off x="533387" y="1912144"/>
            <a:ext cx="3505112" cy="4564856"/>
          </a:xfrm>
          <a:prstGeom prst="rect">
            <a:avLst/>
          </a:prstGeom>
          <a:solidFill>
            <a:srgbClr val="E8EDF0"/>
          </a:solidFill>
          <a:ln/>
        </p:spPr>
      </p:sp>
      <p:sp>
        <p:nvSpPr>
          <p:cNvPr id="6" name="Shape 4"/>
          <p:cNvSpPr/>
          <p:nvPr/>
        </p:nvSpPr>
        <p:spPr>
          <a:xfrm>
            <a:off x="761981" y="214074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7928" y="2248694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1981" y="2763848"/>
            <a:ext cx="3047924" cy="932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spc="-34" kern="100" dirty="0">
                <a:solidFill>
                  <a:srgbClr val="22262B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3,3 mil milhões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61981" y="3919030"/>
            <a:ext cx="327651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22262B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REGISTOS NETFLOW / DIA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1981" y="4189627"/>
            <a:ext cx="3047924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Observados numa grande universidade dos EUA.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43291" y="1912144"/>
            <a:ext cx="3505112" cy="4564856"/>
          </a:xfrm>
          <a:prstGeom prst="rect">
            <a:avLst/>
          </a:prstGeom>
          <a:solidFill>
            <a:srgbClr val="E8EDF0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1886" y="214074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7833" y="2248694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1886" y="2763848"/>
            <a:ext cx="3047924" cy="466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spc="-34" kern="100" dirty="0">
                <a:solidFill>
                  <a:srgbClr val="22262B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7 meses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1886" y="3452701"/>
            <a:ext cx="327651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22262B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TRÁFEGO ANALISADO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1886" y="3723299"/>
            <a:ext cx="3047924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Uma janela longa sobre uma rede real.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53196" y="1912144"/>
            <a:ext cx="3505112" cy="4564856"/>
          </a:xfrm>
          <a:prstGeom prst="rect">
            <a:avLst/>
          </a:prstGeom>
          <a:solidFill>
            <a:srgbClr val="E8EDF0"/>
          </a:solidFill>
          <a:ln/>
        </p:spPr>
      </p:sp>
      <p:sp>
        <p:nvSpPr>
          <p:cNvPr id="18" name="Shape 16"/>
          <p:cNvSpPr/>
          <p:nvPr/>
        </p:nvSpPr>
        <p:spPr>
          <a:xfrm>
            <a:off x="8381790" y="2140744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27737" y="2248694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81790" y="2763848"/>
            <a:ext cx="3047924" cy="466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b="1" spc="-34" kern="100" dirty="0">
                <a:solidFill>
                  <a:srgbClr val="22262B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62,42%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381790" y="3452701"/>
            <a:ext cx="327651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22262B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PERDA DE PACOTES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81790" y="3723299"/>
            <a:ext cx="3047924" cy="804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Mesmo assim, a simulação estimou que 97,70% dos fluxos podiam ser capturados.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363030"/>
            <a:ext cx="116583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RESULTADO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33387" y="832940"/>
            <a:ext cx="7574071" cy="603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 resultado: </a:t>
            </a:r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C6501A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26 385</a:t>
            </a:r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 IPs órfãos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618024" y="822163"/>
            <a:ext cx="3040284" cy="30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200" spc="88" kern="100" dirty="0">
                <a:solidFill>
                  <a:srgbClr val="22262B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10 651 552 FLUXOS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3387" y="1691481"/>
            <a:ext cx="11124922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6" name="Text 4"/>
          <p:cNvSpPr/>
          <p:nvPr/>
        </p:nvSpPr>
        <p:spPr>
          <a:xfrm>
            <a:off x="533387" y="2034699"/>
            <a:ext cx="11658308" cy="33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análise isolou 10 651 552 fluxos órfãos e agrupou os IPs por comportamento.</a:t>
            </a:r>
            <a:endParaRPr lang="en-US" sz="2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87" y="2739827"/>
            <a:ext cx="10667733" cy="368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71800"/>
          </a:xfrm>
          <a:prstGeom prst="rect">
            <a:avLst/>
          </a:prstGeom>
          <a:solidFill>
            <a:srgbClr val="3F5A6C"/>
          </a:solidFill>
          <a:ln/>
        </p:spPr>
      </p:sp>
      <p:sp>
        <p:nvSpPr>
          <p:cNvPr id="3" name="Text 1"/>
          <p:cNvSpPr/>
          <p:nvPr/>
        </p:nvSpPr>
        <p:spPr>
          <a:xfrm>
            <a:off x="533387" y="388430"/>
            <a:ext cx="116583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LEITURA DO RESULTADO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33387" y="731340"/>
            <a:ext cx="11124922" cy="603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FFFFF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 tráfego órfão não é sinónimo de ataque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33387" y="1615281"/>
            <a:ext cx="11124922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6" name="Text 4"/>
          <p:cNvSpPr/>
          <p:nvPr/>
        </p:nvSpPr>
        <p:spPr>
          <a:xfrm>
            <a:off x="533387" y="1958499"/>
            <a:ext cx="11658308" cy="335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mesmo sinal pode apontar para usos legítimos, incerteza ou ameaça.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80990" y="3200400"/>
            <a:ext cx="3809905" cy="3352800"/>
          </a:xfrm>
          <a:prstGeom prst="rect">
            <a:avLst/>
          </a:prstGeom>
          <a:solidFill>
            <a:srgbClr val="E8EDF0"/>
          </a:solidFill>
          <a:ln/>
        </p:spPr>
      </p:sp>
      <p:sp>
        <p:nvSpPr>
          <p:cNvPr id="8" name="Text 6"/>
          <p:cNvSpPr/>
          <p:nvPr/>
        </p:nvSpPr>
        <p:spPr>
          <a:xfrm>
            <a:off x="838179" y="3662172"/>
            <a:ext cx="2895528" cy="389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Explicável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38179" y="4245289"/>
            <a:ext cx="2895528" cy="804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Windows Update, Microsoft Teams, VPNs, BitTorrent e servidores NTP.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90895" y="3200400"/>
            <a:ext cx="3809905" cy="3352800"/>
          </a:xfrm>
          <a:prstGeom prst="rect">
            <a:avLst/>
          </a:prstGeom>
          <a:solidFill>
            <a:srgbClr val="C6501A"/>
          </a:solidFill>
          <a:ln/>
        </p:spPr>
      </p:sp>
      <p:sp>
        <p:nvSpPr>
          <p:cNvPr id="11" name="Text 9"/>
          <p:cNvSpPr/>
          <p:nvPr/>
        </p:nvSpPr>
        <p:spPr>
          <a:xfrm>
            <a:off x="4648084" y="3662172"/>
            <a:ext cx="2895528" cy="389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Malicioso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48084" y="4245289"/>
            <a:ext cx="2895528" cy="804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7,27% dos IPs apareciam em blocklists ou tinham forte sinalização por antivírus.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00800" y="3200400"/>
            <a:ext cx="3809905" cy="3352800"/>
          </a:xfrm>
          <a:prstGeom prst="rect">
            <a:avLst/>
          </a:prstGeom>
          <a:noFill/>
          <a:ln w="25399">
            <a:solidFill>
              <a:srgbClr val="D4D2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3388" y="3687572"/>
            <a:ext cx="2844729" cy="77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Potencialmente malicioso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483388" y="4660321"/>
            <a:ext cx="2844729" cy="1072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2,53% estavam associados a ficheiros de malware, mas ainda não eram reconhecidos pelas fontes tradicionais.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84545" y="3200400"/>
            <a:ext cx="12700" cy="3352800"/>
          </a:xfrm>
          <a:prstGeom prst="rect">
            <a:avLst/>
          </a:prstGeom>
          <a:solidFill>
            <a:srgbClr val="3F5A6C"/>
          </a:solidFill>
          <a:ln/>
        </p:spPr>
      </p:sp>
      <p:sp>
        <p:nvSpPr>
          <p:cNvPr id="17" name="Shape 15"/>
          <p:cNvSpPr/>
          <p:nvPr/>
        </p:nvSpPr>
        <p:spPr>
          <a:xfrm>
            <a:off x="7994450" y="3200400"/>
            <a:ext cx="12700" cy="3352800"/>
          </a:xfrm>
          <a:prstGeom prst="rect">
            <a:avLst/>
          </a:prstGeom>
          <a:solidFill>
            <a:srgbClr val="3F5A6C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439230"/>
            <a:ext cx="678163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IMPLICAÇÃO OPERACIONAL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33387" y="782140"/>
            <a:ext cx="6426039" cy="1206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Porque isto importa para QoS e segurança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33387" y="2269530"/>
            <a:ext cx="6426039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5" name="Shape 3"/>
          <p:cNvSpPr/>
          <p:nvPr/>
        </p:nvSpPr>
        <p:spPr>
          <a:xfrm>
            <a:off x="533387" y="2591792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9334" y="2699742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7572" y="2605699"/>
            <a:ext cx="5841854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Sem contexto DNS, torna-se mais difícil distinguir tráfego crítico de tráfego pesado ou indesejado.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3387" y="4039195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9334" y="4147145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7572" y="4053102"/>
            <a:ext cx="5841854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Bloquear tudo por defeito pode interromper Teams, atualizações e sincronização de tempo.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3387" y="5486698"/>
            <a:ext cx="406390" cy="406400"/>
          </a:xfrm>
          <a:prstGeom prst="ellipse">
            <a:avLst/>
          </a:prstGeom>
          <a:solidFill>
            <a:srgbClr val="C6501A"/>
          </a:solidFill>
          <a:ln w="25399">
            <a:solidFill>
              <a:srgbClr val="FAF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34" y="5594648"/>
            <a:ext cx="7239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17572" y="5500604"/>
            <a:ext cx="5841854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Monitorizar IPs órfãos acrescenta uma camada de visibilidade às defesas baseadas em DNS.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0608" y="254000"/>
            <a:ext cx="4165496" cy="6350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33387" y="3804245"/>
            <a:ext cx="6426039" cy="12700"/>
          </a:xfrm>
          <a:prstGeom prst="rect">
            <a:avLst/>
          </a:prstGeom>
          <a:solidFill>
            <a:srgbClr val="3F5A6C"/>
          </a:solidFill>
          <a:ln/>
        </p:spPr>
      </p:sp>
      <p:sp>
        <p:nvSpPr>
          <p:cNvPr id="17" name="Shape 14"/>
          <p:cNvSpPr/>
          <p:nvPr/>
        </p:nvSpPr>
        <p:spPr>
          <a:xfrm>
            <a:off x="533387" y="5251748"/>
            <a:ext cx="6426039" cy="12700"/>
          </a:xfrm>
          <a:prstGeom prst="rect">
            <a:avLst/>
          </a:prstGeom>
          <a:solidFill>
            <a:srgbClr val="3F5A6C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363030"/>
            <a:ext cx="116583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spc="84" kern="100" dirty="0">
                <a:solidFill>
                  <a:srgbClr val="3F5A6C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LIMITES E PRÓXIMO PASSO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33387" y="705940"/>
            <a:ext cx="11124922" cy="1206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44" kern="100" dirty="0">
                <a:solidFill>
                  <a:srgbClr val="22262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O que o estudo consegue — e o que não consegue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33387" y="2193330"/>
            <a:ext cx="11124922" cy="31651"/>
          </a:xfrm>
          <a:prstGeom prst="roundRect">
            <a:avLst>
              <a:gd name="adj" fmla="val 49998"/>
            </a:avLst>
          </a:prstGeom>
          <a:solidFill>
            <a:srgbClr val="22262B"/>
          </a:solidFill>
          <a:ln/>
        </p:spPr>
      </p:sp>
      <p:sp>
        <p:nvSpPr>
          <p:cNvPr id="5" name="Shape 3"/>
          <p:cNvSpPr/>
          <p:nvPr/>
        </p:nvSpPr>
        <p:spPr>
          <a:xfrm>
            <a:off x="533387" y="2718594"/>
            <a:ext cx="5410065" cy="2727424"/>
          </a:xfrm>
          <a:prstGeom prst="rect">
            <a:avLst/>
          </a:prstGeom>
          <a:solidFill>
            <a:srgbClr val="E8EDF0"/>
          </a:solidFill>
          <a:ln/>
        </p:spPr>
      </p:sp>
      <p:sp>
        <p:nvSpPr>
          <p:cNvPr id="6" name="Text 4"/>
          <p:cNvSpPr/>
          <p:nvPr/>
        </p:nvSpPr>
        <p:spPr>
          <a:xfrm>
            <a:off x="838179" y="3002566"/>
            <a:ext cx="4800480" cy="389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Consegue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38179" y="3592731"/>
            <a:ext cx="480048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 pipeline oferece uma forma robusta de procurar pontos cegos em grandes volumes de tráfego.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48244" y="2718594"/>
            <a:ext cx="5410065" cy="2727424"/>
          </a:xfrm>
          <a:prstGeom prst="rect">
            <a:avLst/>
          </a:prstGeom>
          <a:noFill/>
          <a:ln w="25399">
            <a:solidFill>
              <a:srgbClr val="D4D2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78435" y="3027966"/>
            <a:ext cx="4749681" cy="389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600" spc="-13" kern="100" dirty="0">
                <a:solidFill>
                  <a:srgbClr val="22262B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Não resolve tudo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78435" y="3618131"/>
            <a:ext cx="4749681" cy="1341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2262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Mais de um terço dos IPs permaneceu sem explicação, devido a ruído, perda de dados e falta de acesso aos dispositivos de origem.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0" y="5750818"/>
            <a:ext cx="12191695" cy="1107182"/>
          </a:xfrm>
          <a:prstGeom prst="rect">
            <a:avLst/>
          </a:prstGeom>
          <a:solidFill>
            <a:srgbClr val="C6501A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92" y="5945763"/>
            <a:ext cx="11582110" cy="548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spc="144" kern="100" dirty="0">
                <a:solidFill>
                  <a:srgbClr val="FFFFFF"/>
                </a:solidFill>
                <a:latin typeface="Roboto Mono Bold" pitchFamily="34" charset="0"/>
                <a:ea typeface="Roboto Mono Bold" pitchFamily="34" charset="-122"/>
                <a:cs typeface="Roboto Mono Bold" pitchFamily="34" charset="-120"/>
              </a:rPr>
              <a:t>FLUXOS ÓRFÃOS NÃO DEVEM SER BLOQUEADOS AUTOMATICAMENTE; DEVEM SER INVESTIGADOS COM CONTEXTO ADICIONAL E INTELIGÊNCIA DE AMEAÇAS ATUALIZADA.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2026-10-07T15:47:56Z</dcterms:created>
  <dcterms:modified xsi:type="dcterms:W3CDTF">2026-10-07T15:47:56Z</dcterms:modified>
</cp:coreProperties>
</file>