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CA274-3319-9A03-DDE9-EB6C51203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1E2B7D-B7D8-CDE8-1C79-AB6E5BACD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9CA9116-7654-CE40-E3CB-829E3BA1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9485-C671-4F73-99E8-6A3128020551}" type="datetimeFigureOut">
              <a:rPr lang="pt-PT" smtClean="0"/>
              <a:t>08/10/2026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B78F1F1-6E06-FB08-98AA-D09E25A7B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0794AC6-4243-9B42-EF1A-52895A55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30814-4EB8-4D63-B581-C2370A7F090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668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0E90A-5AD8-11A8-0781-08265C342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CFC614C-71B8-E30F-46F5-222BAF17D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3EC634E-6AAF-B170-DD8B-33D21A38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9485-C671-4F73-99E8-6A3128020551}" type="datetimeFigureOut">
              <a:rPr lang="pt-PT" smtClean="0"/>
              <a:t>08/10/2026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121FE5B-CA27-E380-5A9A-112041C7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68AEF8E-A1AC-837B-71E4-3F22C23DA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30814-4EB8-4D63-B581-C2370A7F090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77625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316FD-4077-AD2E-D718-5AC5FCDF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2C9F9E6-8F20-DFE7-95FF-BFC758435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0F1AFD3-8FD3-3928-B46B-B7F100973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9485-C671-4F73-99E8-6A3128020551}" type="datetimeFigureOut">
              <a:rPr lang="pt-PT" smtClean="0"/>
              <a:t>08/10/2026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2DB02DB-5B05-DBEC-ABA5-82079C38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1C64CA9-7118-08A0-CDF7-C1610427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30814-4EB8-4D63-B581-C2370A7F090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17334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963D3-C2F7-713B-4C11-12272696A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2A15BB7-D9DB-8155-A3CE-19E773E4A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8C8C4F2-9388-36AB-14F3-BB6046701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5D85F98-0396-338E-CD99-253337A6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9485-C671-4F73-99E8-6A3128020551}" type="datetimeFigureOut">
              <a:rPr lang="pt-PT" smtClean="0"/>
              <a:t>08/10/2026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FCFD2BB-BC4E-C39A-FC9F-22A6CACE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C59A985-6533-D430-1449-5E0496CCD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30814-4EB8-4D63-B581-C2370A7F090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523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DAB24-08A0-5F6D-9A96-5A4CA2D90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82EC2F6-1BAF-6AD8-49CA-167DC04FD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A17BF25-FA4B-334F-5662-82F7C93CD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4164918B-E2B8-BC66-8AEE-331CE99F9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37C03EB7-DDB4-72BF-F43C-3FB24A06DC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C431791F-FD97-78CB-4CAA-9DD5790C4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9485-C671-4F73-99E8-6A3128020551}" type="datetimeFigureOut">
              <a:rPr lang="pt-PT" smtClean="0"/>
              <a:t>08/10/2026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3E125C4D-4E78-688F-9E42-3ECD121A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13A41CB3-D9BC-9A94-B099-499B3508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30814-4EB8-4D63-B581-C2370A7F090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1873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DC9A3-5FC5-34E2-2407-559FD00D0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13EAF166-420D-2013-92EB-45AC6D92E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9485-C671-4F73-99E8-6A3128020551}" type="datetimeFigureOut">
              <a:rPr lang="pt-PT" smtClean="0"/>
              <a:t>08/10/2026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989DAB3-F6C7-3913-7B3D-6440BC867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61041BB2-0D06-04F0-726B-9D128107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30814-4EB8-4D63-B581-C2370A7F090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8232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56DE2E87-09EC-4FD3-292D-6B0858A4B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9485-C671-4F73-99E8-6A3128020551}" type="datetimeFigureOut">
              <a:rPr lang="pt-PT" smtClean="0"/>
              <a:t>08/10/2026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398D1A57-BF99-5817-2D4C-D01AD797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533E424-B4DC-86D3-6B62-B5A25F17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30814-4EB8-4D63-B581-C2370A7F090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0837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FAD55-A1A3-2152-983D-2F6D05D5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CE4BF2A-373B-13F7-ECE9-0B0EECF49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597EFA5-F50E-3C1C-AAA4-468FC799E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F3F146C-5EC0-9EEF-8582-71CBA32CF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9485-C671-4F73-99E8-6A3128020551}" type="datetimeFigureOut">
              <a:rPr lang="pt-PT" smtClean="0"/>
              <a:t>08/10/2026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6504918-B927-8501-4776-E4FF71EE1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A839F9A-1245-78A9-F5CF-C1F7959E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30814-4EB8-4D63-B581-C2370A7F090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211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200E29-B776-9C8C-2115-2CC4114E5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3ECD1AB-43A2-2771-B1A8-1B5814BF094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E33CE85-2B05-D4ED-FB75-30480AB84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C6A543D-864C-664A-7B0B-4D0AC574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9485-C671-4F73-99E8-6A3128020551}" type="datetimeFigureOut">
              <a:rPr lang="pt-PT" smtClean="0"/>
              <a:t>08/10/2026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18989A6-1BEE-68EE-EDE4-EE2723C0E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72CDAEB-6156-D3A6-6CDD-39CD4561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30814-4EB8-4D63-B581-C2370A7F090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4457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01480-EF19-297E-22C7-5B7B7CF4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B27E0DB-1651-5FD8-961A-D7DBEE0FE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C765B65-6E30-C9FD-A986-62B5E9A59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9485-C671-4F73-99E8-6A3128020551}" type="datetimeFigureOut">
              <a:rPr lang="pt-PT" smtClean="0"/>
              <a:t>08/10/2026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92DC159-CE70-D769-AE08-E20373A67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D79082F-5EE9-E72B-3839-C6488892B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30814-4EB8-4D63-B581-C2370A7F090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4861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27B44B-D429-7713-72AF-E8D394E392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9DE403B-7822-71F0-0528-E89E61916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19843F6-B3D5-E100-7BF8-7FD573D4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99485-C671-4F73-99E8-6A3128020551}" type="datetimeFigureOut">
              <a:rPr lang="pt-PT" smtClean="0"/>
              <a:t>08/10/2026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508F062-2623-294C-720E-CF72823D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AE27C9C-85D5-63FA-6833-675289C6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30814-4EB8-4D63-B581-C2370A7F090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0949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8C1EE6A5-E011-7E67-271B-42D552324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704CD86-8BB2-3409-0C4E-FCB1A1788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4BD0616-0293-C94C-F9ED-6CBD1A931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99485-C671-4F73-99E8-6A3128020551}" type="datetimeFigureOut">
              <a:rPr lang="pt-PT" smtClean="0"/>
              <a:t>08/10/2026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3DDE423-5F7A-B551-B3FB-9B0B0B55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F83D923-ED52-BB62-4F06-7AEEBCB8A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30814-4EB8-4D63-B581-C2370A7F090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134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057F39D-8D02-7094-5B61-E39D91279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857" y="-91428"/>
            <a:ext cx="12499714" cy="704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ED50-77FE-B6CA-D7C9-289E076F9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463AA4F-9B1A-B22A-0F79-4AED1F2DC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884" y="-40639"/>
            <a:ext cx="12355768" cy="693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68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8AFBC-81E3-1EC8-3659-2EE2535B4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BCC14BF-20C6-12EA-3781-15FA542AD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706" y="-38501"/>
            <a:ext cx="12321411" cy="693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5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C45A1-FE1E-B9B8-B878-2A7941115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F171D7B-9A2D-14E6-13D4-93ECCD965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780" y="-36120"/>
            <a:ext cx="12337560" cy="693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4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24EF6-F9C4-3AF8-6F3F-C3B6ABFA2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2171B24-49B2-44D2-8C35-2B98AF82A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430" y="-33689"/>
            <a:ext cx="12296860" cy="6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14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4D62D-34F3-18D2-73AF-E7229FA5D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6394ACF-E168-0FE9-211A-7817A41C0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319" y="-32350"/>
            <a:ext cx="12316638" cy="69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043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644E-C505-CBB9-BD25-90D2C0FD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2A1B865-27F2-DABF-C4E8-8C0D8FFD8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344" y="0"/>
            <a:ext cx="12282687" cy="686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79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65842-EF18-57B9-A505-0E0E2E78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2754DD6-698F-F282-05FE-CE457FAA0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89" y="-6110"/>
            <a:ext cx="12259377" cy="687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01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D871C-9E7C-5310-A02F-589D1B482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095E8E0-AD45-754E-CCC4-856D3EB35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461" y="-21358"/>
            <a:ext cx="12250922" cy="690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165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Ecrã Panorâmico</PresentationFormat>
  <Paragraphs>0</Paragraphs>
  <Slides>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Ivo Costa Sousa</dc:creator>
  <cp:lastModifiedBy>Ivo Costa Sousa</cp:lastModifiedBy>
  <cp:revision>2</cp:revision>
  <dcterms:created xsi:type="dcterms:W3CDTF">2026-10-08T17:24:56Z</dcterms:created>
  <dcterms:modified xsi:type="dcterms:W3CDTF">2026-10-08T17:29:44Z</dcterms:modified>
</cp:coreProperties>
</file>